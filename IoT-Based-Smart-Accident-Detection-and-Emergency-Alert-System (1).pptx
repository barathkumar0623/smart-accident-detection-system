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Inter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71" autoAdjust="0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61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2092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74025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IoT-Based Smart Accident Detection and Emergency Alert System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24052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autonomous, sensor-driven system that detects road accidents and dispatches emergency alerts in real time — no human intervention required.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4584383"/>
            <a:ext cx="3664744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1028224" y="48188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 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5309235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4685348" y="4584383"/>
            <a:ext cx="3664863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/>
          <p:nvPr/>
        </p:nvSpPr>
        <p:spPr>
          <a:xfrm>
            <a:off x="4919782" y="48188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 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003315" y="5309235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Bhuvaneshwar AR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35051" y="6133386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8224" y="63678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 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142147" y="6847551"/>
            <a:ext cx="26581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Madhankumar V</a:t>
            </a:r>
            <a:endParaRPr lang="en-US" sz="17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B26BD6-C148-82E1-82A4-5838FC9E1634}"/>
              </a:ext>
            </a:extLst>
          </p:cNvPr>
          <p:cNvSpPr txBox="1"/>
          <p:nvPr/>
        </p:nvSpPr>
        <p:spPr>
          <a:xfrm>
            <a:off x="1028224" y="5302806"/>
            <a:ext cx="265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Barathkumar K</a:t>
            </a:r>
            <a:endParaRPr lang="en-IN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7EEF65A7-5D32-17D8-43A4-D98FC7B3D331}"/>
              </a:ext>
            </a:extLst>
          </p:cNvPr>
          <p:cNvSpPr/>
          <p:nvPr/>
        </p:nvSpPr>
        <p:spPr>
          <a:xfrm>
            <a:off x="4914771" y="63186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 4</a:t>
            </a:r>
            <a:endParaRPr lang="en-US" sz="22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FCC709F-1CF9-5B2E-55F5-666E6CFCF0A5}"/>
              </a:ext>
            </a:extLst>
          </p:cNvPr>
          <p:cNvSpPr/>
          <p:nvPr/>
        </p:nvSpPr>
        <p:spPr>
          <a:xfrm>
            <a:off x="5003315" y="6836864"/>
            <a:ext cx="265814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Harikrishna S</a:t>
            </a:r>
            <a:endParaRPr lang="en-US" sz="17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6769BD-4644-7498-58F1-83FFB331B25F}"/>
              </a:ext>
            </a:extLst>
          </p:cNvPr>
          <p:cNvSpPr txBox="1"/>
          <p:nvPr/>
        </p:nvSpPr>
        <p:spPr>
          <a:xfrm>
            <a:off x="10126576" y="250805"/>
            <a:ext cx="43904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	APR – SP – 01-H-4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323" y="159425"/>
            <a:ext cx="5273754" cy="7910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4260" y="619125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744260" y="1582579"/>
            <a:ext cx="765548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minute counts in a road accident — yet most victims cannot call for help, and no automated system exists to trigger an emergency response.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744260" y="2465903"/>
            <a:ext cx="7655481" cy="1581983"/>
          </a:xfrm>
          <a:prstGeom prst="roundRect">
            <a:avLst>
              <a:gd name="adj" fmla="val 693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1400" y="2465903"/>
            <a:ext cx="91440" cy="1581983"/>
          </a:xfrm>
          <a:prstGeom prst="roundRect">
            <a:avLst>
              <a:gd name="adj" fmla="val 97674"/>
            </a:avLst>
          </a:prstGeom>
          <a:solidFill>
            <a:srgbClr val="4950BC"/>
          </a:solidFill>
          <a:ln/>
        </p:spPr>
      </p:sp>
      <p:sp>
        <p:nvSpPr>
          <p:cNvPr id="8" name="Text 5"/>
          <p:cNvSpPr/>
          <p:nvPr/>
        </p:nvSpPr>
        <p:spPr>
          <a:xfrm>
            <a:off x="1048345" y="270140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Delayed Response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1048345" y="3153251"/>
            <a:ext cx="7115889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services are often notified too late, drastically reducing survival chances.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4260" y="4247198"/>
            <a:ext cx="7655481" cy="1581983"/>
          </a:xfrm>
          <a:prstGeom prst="roundRect">
            <a:avLst>
              <a:gd name="adj" fmla="val 693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1400" y="4247198"/>
            <a:ext cx="91440" cy="1581983"/>
          </a:xfrm>
          <a:prstGeom prst="roundRect">
            <a:avLst>
              <a:gd name="adj" fmla="val 97674"/>
            </a:avLst>
          </a:prstGeom>
          <a:solidFill>
            <a:srgbClr val="4950BC"/>
          </a:solidFill>
          <a:ln/>
        </p:spPr>
      </p:sp>
      <p:sp>
        <p:nvSpPr>
          <p:cNvPr id="12" name="Text 9"/>
          <p:cNvSpPr/>
          <p:nvPr/>
        </p:nvSpPr>
        <p:spPr>
          <a:xfrm>
            <a:off x="1048345" y="4482703"/>
            <a:ext cx="2758321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Victim Incapacitation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1048345" y="4934545"/>
            <a:ext cx="7115889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Injured or unconscious victims cannot make a call or send an alert on their own.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44260" y="6028492"/>
            <a:ext cx="7655481" cy="1581983"/>
          </a:xfrm>
          <a:prstGeom prst="roundRect">
            <a:avLst>
              <a:gd name="adj" fmla="val 6936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1400" y="6028492"/>
            <a:ext cx="91440" cy="1581983"/>
          </a:xfrm>
          <a:prstGeom prst="roundRect">
            <a:avLst>
              <a:gd name="adj" fmla="val 97674"/>
            </a:avLst>
          </a:prstGeom>
          <a:solidFill>
            <a:srgbClr val="4950BC"/>
          </a:solidFill>
          <a:ln/>
        </p:spPr>
      </p:sp>
      <p:sp>
        <p:nvSpPr>
          <p:cNvPr id="16" name="Text 13"/>
          <p:cNvSpPr/>
          <p:nvPr/>
        </p:nvSpPr>
        <p:spPr>
          <a:xfrm>
            <a:off x="1048345" y="626399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Automation</a:t>
            </a:r>
            <a:endParaRPr lang="en-US" sz="2050" dirty="0"/>
          </a:p>
        </p:txBody>
      </p:sp>
      <p:sp>
        <p:nvSpPr>
          <p:cNvPr id="17" name="Text 14"/>
          <p:cNvSpPr/>
          <p:nvPr/>
        </p:nvSpPr>
        <p:spPr>
          <a:xfrm>
            <a:off x="1048345" y="6715839"/>
            <a:ext cx="7115889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systems rely entirely on bystanders or the victim — leaving a critical gap in response time.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83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Solution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9073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embedded IoT system that detects accidents autonomously and sends precise location-based alerts instantly — without any user interaction.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971687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8221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 Detection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31256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Sensors continuously monitor motion and detect sudden, abnormal impact patterns characteristic of a collision.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971687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8221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GPS Location Fetch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531256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GPS module captures precise real-time coordinates the moment an accident is detected.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971687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8221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Instant Alert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5312569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automated alert with location data is dispatched via Telegram — no button press, no delay.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598884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Components Used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2" y="2483048"/>
            <a:ext cx="4248150" cy="42481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39859" y="1815465"/>
            <a:ext cx="4067770" cy="2688669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570339" y="1845945"/>
            <a:ext cx="4006810" cy="648533"/>
          </a:xfrm>
          <a:prstGeom prst="roundRect">
            <a:avLst>
              <a:gd name="adj" fmla="val 8361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7411641" y="1963698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5786438" y="2700457"/>
            <a:ext cx="2837617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NodeMCU (ESP8266)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786438" y="3244215"/>
            <a:ext cx="3574613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 enabled microcontroller — the brain of the system, handling logic and network communication.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813608" y="1815465"/>
            <a:ext cx="4067770" cy="2688669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844088" y="1845945"/>
            <a:ext cx="4006810" cy="648533"/>
          </a:xfrm>
          <a:prstGeom prst="roundRect">
            <a:avLst>
              <a:gd name="adj" fmla="val 8361"/>
            </a:avLst>
          </a:prstGeom>
          <a:solidFill>
            <a:srgbClr val="DADBF1"/>
          </a:solidFill>
          <a:ln/>
        </p:spPr>
      </p:sp>
      <p:sp>
        <p:nvSpPr>
          <p:cNvPr id="11" name="Text 8"/>
          <p:cNvSpPr/>
          <p:nvPr/>
        </p:nvSpPr>
        <p:spPr>
          <a:xfrm>
            <a:off x="11685389" y="1963698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10060186" y="270045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MPU6050 Sensor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0060186" y="3244215"/>
            <a:ext cx="3574613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6-axis accelerometer and gyroscope for detecting sudden tilt, jerk, or impact forces.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539859" y="4710113"/>
            <a:ext cx="4067770" cy="2688669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70339" y="4740593"/>
            <a:ext cx="4006810" cy="648533"/>
          </a:xfrm>
          <a:prstGeom prst="roundRect">
            <a:avLst>
              <a:gd name="adj" fmla="val 8361"/>
            </a:avLst>
          </a:prstGeom>
          <a:solidFill>
            <a:srgbClr val="DADBF1"/>
          </a:solidFill>
          <a:ln/>
        </p:spPr>
      </p:sp>
      <p:sp>
        <p:nvSpPr>
          <p:cNvPr id="16" name="Text 13"/>
          <p:cNvSpPr/>
          <p:nvPr/>
        </p:nvSpPr>
        <p:spPr>
          <a:xfrm>
            <a:off x="7411641" y="4858345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5786438" y="5595104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GPS Module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5786438" y="6138863"/>
            <a:ext cx="3574613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real-time geographic coordinates for accurate emergency location reporting.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9813608" y="4710113"/>
            <a:ext cx="4067770" cy="2688669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844088" y="4740593"/>
            <a:ext cx="4006810" cy="648533"/>
          </a:xfrm>
          <a:prstGeom prst="roundRect">
            <a:avLst>
              <a:gd name="adj" fmla="val 8361"/>
            </a:avLst>
          </a:prstGeom>
          <a:solidFill>
            <a:srgbClr val="DADBF1"/>
          </a:solidFill>
          <a:ln/>
        </p:spPr>
      </p:sp>
      <p:sp>
        <p:nvSpPr>
          <p:cNvPr id="21" name="Text 18"/>
          <p:cNvSpPr/>
          <p:nvPr/>
        </p:nvSpPr>
        <p:spPr>
          <a:xfrm>
            <a:off x="11685389" y="4858345"/>
            <a:ext cx="324207" cy="405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550" dirty="0"/>
          </a:p>
        </p:txBody>
      </p:sp>
      <p:sp>
        <p:nvSpPr>
          <p:cNvPr id="22" name="Text 19"/>
          <p:cNvSpPr/>
          <p:nvPr/>
        </p:nvSpPr>
        <p:spPr>
          <a:xfrm>
            <a:off x="10060186" y="5595104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LED Indicator</a:t>
            </a:r>
            <a:endParaRPr lang="en-US" sz="2100" dirty="0"/>
          </a:p>
        </p:txBody>
      </p:sp>
      <p:sp>
        <p:nvSpPr>
          <p:cNvPr id="23" name="Text 20"/>
          <p:cNvSpPr/>
          <p:nvPr/>
        </p:nvSpPr>
        <p:spPr>
          <a:xfrm>
            <a:off x="10060186" y="6138863"/>
            <a:ext cx="3574613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feedback confirming system status — standby, detection, or alert dispatched.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36734"/>
            <a:ext cx="4607362" cy="575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It Works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05" y="1412081"/>
            <a:ext cx="12716470" cy="55780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10731" y="4954861"/>
            <a:ext cx="1921904" cy="688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Detected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4810731" y="5740982"/>
            <a:ext cx="1921904" cy="748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Sudden shock or abnormal tilt triggers alert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916165" y="5049494"/>
            <a:ext cx="1921904" cy="344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Send Alert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0916165" y="5491496"/>
            <a:ext cx="1921904" cy="997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NodeMCU sends geo-tagged Telegram message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5308" y="1913424"/>
            <a:ext cx="1921904" cy="688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Sensor Monitor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825308" y="2699544"/>
            <a:ext cx="1921904" cy="748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MPU6050 continuously tracks motion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906271" y="1913424"/>
            <a:ext cx="1921905" cy="344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 Location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7906271" y="2355426"/>
            <a:ext cx="1921905" cy="748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 obtains precise real-time coordinates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56905" y="7158514"/>
            <a:ext cx="12716470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entire detection-to-alert pipeline executes autonomously in seconds — from sensing an impact to dispatching a geo-tagged emergency message over Wi-Fi.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842"/>
            <a:ext cx="64144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Features &amp; Advantages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90249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Fully Automatic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622358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manual intervention — the system activates entirely on its own upon detecting an accident.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990249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22468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Multi-Vehicle Ready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622358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Compatible with bikes and cars — compact design allows easy mounting on any vehicle.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390" y="523089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Alerts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644151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Geo-tagged Telegram notifications are delivered within seconds of impact detection.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523089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9511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 Cost &amp; Scalable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644151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on affordable, widely available hardware — easily scalable for fleet or city-wide deployment.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" y="161925"/>
            <a:ext cx="5270421" cy="7905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3042" y="650558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4250" dirty="0"/>
          </a:p>
        </p:txBody>
      </p:sp>
      <p:sp>
        <p:nvSpPr>
          <p:cNvPr id="5" name="Text 2"/>
          <p:cNvSpPr/>
          <p:nvPr/>
        </p:nvSpPr>
        <p:spPr>
          <a:xfrm>
            <a:off x="6567249" y="1867138"/>
            <a:ext cx="7306508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low-cost, autonomous system that bridges the critical gap between accident occurrence and emergency response — saving lives through technology.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243042" y="1635323"/>
            <a:ext cx="30480" cy="1476970"/>
          </a:xfrm>
          <a:prstGeom prst="rect">
            <a:avLst/>
          </a:prstGeom>
          <a:solidFill>
            <a:srgbClr val="4950B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4124" y="3350716"/>
            <a:ext cx="324207" cy="32420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5511" y="3344108"/>
            <a:ext cx="375177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Faster Emergency Response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945511" y="3805476"/>
            <a:ext cx="6928247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alerts cut notification time to near-zero, giving first responders a crucial head start.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4124" y="4899720"/>
            <a:ext cx="324207" cy="3242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45511" y="4893112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Saves Lives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6945511" y="5354479"/>
            <a:ext cx="6928247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intervention is the single most impactful factor in accident survival rates.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4124" y="6448723"/>
            <a:ext cx="324207" cy="32420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5511" y="6442115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Real-World Ready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6945511" y="6903482"/>
            <a:ext cx="6928247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Practical, deployable, and built on proven IoT hardware — ready to scale beyond the prototype.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6E90DC-8525-CC79-518B-52A17584F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54" y="4258285"/>
            <a:ext cx="4944079" cy="3707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F299F9-4AE2-222B-13A2-14E03CA7B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310" y="151048"/>
            <a:ext cx="5286478" cy="39637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461D16-40BC-C36F-7055-28B034189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8222" y="4228042"/>
            <a:ext cx="4300902" cy="380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39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B12E43-55D5-2F2E-27A1-B4C956B6C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339492" y="-991973"/>
            <a:ext cx="4134015" cy="5900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E7A475-29F0-151D-F151-B3405D326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8842434" y="-1178808"/>
            <a:ext cx="4068965" cy="63391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4FA84D-E956-5908-B904-A89237602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8931494" y="2927817"/>
            <a:ext cx="3910986" cy="63593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A66245-95DD-AC6A-1396-813A4872C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66" y="4094162"/>
            <a:ext cx="5926140" cy="409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589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495</Words>
  <Application>Microsoft Office PowerPoint</Application>
  <PresentationFormat>Custom</PresentationFormat>
  <Paragraphs>74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Inter</vt:lpstr>
      <vt:lpstr>Arial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Barathkumar K</cp:lastModifiedBy>
  <cp:revision>4</cp:revision>
  <dcterms:created xsi:type="dcterms:W3CDTF">2026-04-11T06:58:39Z</dcterms:created>
  <dcterms:modified xsi:type="dcterms:W3CDTF">2026-04-11T15:23:47Z</dcterms:modified>
</cp:coreProperties>
</file>